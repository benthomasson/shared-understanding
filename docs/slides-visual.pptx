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Minimal flat design, solid colors, simple icons, maximum whitespace.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Ben Thomasson, Framework Creator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A collaborative intelligence approach for building shared understanding between humans and AI through structured documentation and systematic information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Minimal flat design, solid colors, simple icons, maximum whitespace.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Meetings Feel Productive… But Are They?</a:t>
            </a:r>
          </a:p>
          <a:p>
            <a:pPr lvl="0" indent="0" marL="0">
              <a:buNone/>
            </a:pPr>
          </a:p>
          <a:p>
            <a:pPr lvl="0"/>
            <a:r>
              <a:rPr/>
              <a:t>Everyone nods, contributes ideas, feels progress</a:t>
            </a:r>
          </a:p>
          <a:p>
            <a:pPr lvl="0" indent="0" marL="0">
              <a:buNone/>
            </a:pPr>
          </a:p>
          <a:p>
            <a:pPr lvl="0"/>
            <a:r>
              <a:rPr/>
              <a:t>Two weeks later: people building different solutions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Why? They understood the problem differently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“We have a meeting problem disguised as an understanding problem”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Minimal flat design, solid colors, simple icons, maximum whitespace.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Why This Happens: System 1 vs System 2 (Kahneman)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System 1 (Fast): - Pattern recognition - Feels like understanding - Dominates meetings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System 2 (Slow): - Deliberate analysis - Actual understanding - Rarely engaged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Minimal flat design, solid colors, simple icons, maximum whitespace.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AI Limitations Mirror Human Ones: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Neither can solve complex problems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Minimal flat design, solid colors, simple icons, maximum whitespace.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Treat AI as an Active Stakeholder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A git-based collaborative intelligence approach: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Pre-meeting: Import Jira context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During: Human discussion (auto-transcribed)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Post-meeting: AI-human dialogue on transcript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Discovery: Systematic search across platforms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Document: Chronological markdown entries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Share: Export to Google Docs for org feedback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Persist: Archive conversations to git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Minimal flat design, solid colors, simple icons, maximum whitespace.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Zero-Installation Tools via uvx:</a:t>
            </a:r>
          </a:p>
          <a:p>
            <a:pPr lvl="0" indent="0" marL="0">
              <a:buNone/>
            </a:pPr>
          </a:p>
          <a:p>
            <a:pPr lvl="0"/>
            <a:r>
              <a:rPr/>
              <a:t>jirahhh: Jira integration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gcmd: Google Drive export</a:t>
            </a:r>
          </a:p>
          <a:p>
            <a:pPr lvl="0" indent="0" marL="0">
              <a:buNone/>
            </a:pPr>
          </a:p>
          <a:p>
            <a:pPr lvl="0"/>
            <a:r>
              <a:rPr/>
              <a:t>slacker: Slack search &amp; reminders</a:t>
            </a:r>
          </a:p>
          <a:p>
            <a:pPr lvl="0" indent="0" marL="0">
              <a:buNone/>
            </a:pPr>
          </a:p>
          <a:p>
            <a:pPr lvl="0"/>
            <a:r>
              <a:rPr/>
              <a:t>claude-projects: Conversation archival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Core Infrastructure: - Git repository for version control &amp; collaboration - Chronological entries: YYYY/MM/DD/ - Markdown as universal memory format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Minimal flat design, solid colors, simple icons, maximum whitespace.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What Systematic Search Reveals:</a:t>
            </a:r>
          </a:p>
          <a:p>
            <a:pPr lvl="0" indent="0" marL="0">
              <a:buNone/>
            </a:pPr>
          </a:p>
          <a:p>
            <a:pPr lvl="0"/>
            <a:r>
              <a:rPr/>
              <a:t>Related issues nobody remembered</a:t>
            </a:r>
          </a:p>
          <a:p>
            <a:pPr lvl="0" indent="0" marL="0">
              <a:buNone/>
            </a:pPr>
          </a:p>
          <a:p>
            <a:pPr lvl="0"/>
            <a:r>
              <a:rPr/>
              <a:t>Previous decisions that inform current ones</a:t>
            </a:r>
          </a:p>
          <a:p>
            <a:pPr lvl="0" indent="0" marL="0">
              <a:buNone/>
            </a:pPr>
          </a:p>
          <a:p>
            <a:pPr lvl="0"/>
            <a:r>
              <a:rPr/>
              <a:t>Technical discussions buried in Slack</a:t>
            </a:r>
          </a:p>
          <a:p>
            <a:pPr lvl="0" indent="0" marL="0">
              <a:buNone/>
            </a:pPr>
          </a:p>
          <a:p>
            <a:pPr lvl="0"/>
            <a:r>
              <a:rPr/>
              <a:t>Architectural diagrams and visual context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“Slack search is incredibly good - it finds relevant conversations I’d completely forgotten”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Minimal flat design, solid colors, simple icons, maximum whitespace.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A Project That Changed Everything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After multiple cycles of the framework: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Systematic collaboration produced what neither could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Minimal flat design, solid colors, simple icons, maximum whitespace.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How Breakthrough Solutions Emerge: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Cycle 1: Initial understanding Cycle 2: + AI synthesis + Slack discoveries Cycle 3: + Visual analysis + Pattern recognition Cycle 4: + Organizational feedback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Emergent Solution: Better than any original proposal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Each cycle builds on previous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Minimal flat design, solid colors, simple icons, maximum whitespace.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Week 1: Setup skills (Jira, Google Drive, Slack) Week 2: Try on a real issue Week 3+: Scale to team, iterate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Key Practices: - Don’t just summarize - dialogue with AI - Probe understanding, correct errors - Never skip the systematic search phase - Fork the repo, clear examples, start fresh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Minimal flat design, solid colors, simple icons, maximum whitespace.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Writing Things Down Isn’t Just Good Practice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It’s cognitive enhancement for both human and artificial intelligence.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The framework works because it solves fundamental computational problems: - Memory limitations - Temporal confusion - Pattern recognition bias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When you design systems that address these limitations, breakthrough solutions emerge naturally.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Minimal flat design, solid colors, simple icons, maximum whitespace.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Resources: - shared-understanding repository (open source) - claude-projects for conversation archival - Fork it like code, collaborate on understanding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Contact: Ben Thomasson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“The best solutions emerge when humans and AI think together systematically”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Shared Understanding: When AI Becomes Your Research Partner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Shared Understanding</a:t>
            </a:r>
          </a:p>
          <a:p>
            <a:pPr lvl="0" indent="0" marL="0">
              <a:buNone/>
            </a:pPr>
            <a:r>
              <a:rPr i="1"/>
              <a:t>When AI Becomes Your Research Partner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[Image: Two groups of people walking in opposite directions after leaving the same meeting room]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Cognitive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[Image: Brain split in two halves - left side with lightning bolt (fast), right side with gears (slow)]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Has Similar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[Image: Human head and robot head facing each other, both with question marks]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[Image: Circular workflow diagram with 7 connected steps forming a cycle]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[Image: Toolbox with labeled tools - Jira, Google Drive, Slack, Git icons]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Information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[Image: Magnifying glass revealing hidden documents and conversations]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[Image: Before/after comparison - complex tangled path vs simple straight path]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Compound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[Image: Stacked layers building upward, each layer larger than the one below]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[Image: Simple 3-step roadmap with checkpoints]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[Image: Notebook/document transforming into a glowing brain]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[Image: Open door leading to a bright path]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2026-02-03T16:17:12Z</dcterms:created>
  <dcterms:modified xsi:type="dcterms:W3CDTF">2026-02-03T16:17:12Z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