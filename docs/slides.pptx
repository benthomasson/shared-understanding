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Simple arrow or flow diagram only if needed.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Simple vertical flow diagram with arrows.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Style: Use minimal, flat design. Solid color background, no gradients. No decorative icons or circuit patterns. Clean sans-serif font. Maximum whitespace.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Shared Understanding: When AI Becomes Your Research Partner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Shared Understanding</a:t>
            </a:r>
            <a:r>
              <a:rPr/>
              <a:t> </a:t>
            </a:r>
            <a:r>
              <a:rPr i="1"/>
              <a:t>When AI Becomes Your Research Partner</a:t>
            </a:r>
          </a:p>
          <a:p>
            <a:pPr lvl="0" indent="0" marL="0">
              <a:buNone/>
            </a:pPr>
            <a:r>
              <a:rPr/>
              <a:t>Ben Thomasson Framework Creator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The Problem We All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Meetings Feel Productive… But Are They?</a:t>
            </a:r>
          </a:p>
          <a:p>
            <a:pPr lvl="0"/>
            <a:r>
              <a:rPr/>
              <a:t>Everyone nods, contributes ideas, feels progress</a:t>
            </a:r>
          </a:p>
          <a:p>
            <a:pPr lvl="0"/>
            <a:r>
              <a:rPr/>
              <a:t>Two weeks later: people building different solutions</a:t>
            </a:r>
          </a:p>
          <a:p>
            <a:pPr lvl="0"/>
            <a:r>
              <a:rPr/>
              <a:t>Why? They understood the problem differently</a:t>
            </a:r>
          </a:p>
          <a:p>
            <a:pPr lvl="0" indent="0" marL="0">
              <a:buNone/>
            </a:pPr>
            <a:r>
              <a:rPr i="1"/>
              <a:t>“We have a meeting problem disguised as an understanding problem”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The Cognitive Science Behind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Happens: System 1 vs System 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1 (Fast)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 2 (Slow)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 recognition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Deliberate analysis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Feels like understanding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Actual understanding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Dominates meetings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Rarely engaged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Based on Kahneman’s “Thinking Fast and Slow”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4: AI Has Similar Problems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Limitations Mirror Human 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Limitation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Short-term memory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persistent memory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Pattern recognition bias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Temporal confusion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 switching cost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Loses prior context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Neither can solve complex problems alone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The Solution - Shared Understanding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Treat AI as an Active Stakeholder</a:t>
            </a:r>
          </a:p>
          <a:p>
            <a:pPr lvl="0" indent="0" marL="0">
              <a:buNone/>
            </a:pPr>
            <a:r>
              <a:rPr/>
              <a:t>A git-based collaborative intelligence approach:</a:t>
            </a:r>
          </a:p>
          <a:p>
            <a:pPr lvl="0" indent="-342900" marL="342900">
              <a:buAutoNum type="arabicPeriod"/>
            </a:pPr>
            <a:r>
              <a:rPr b="1"/>
              <a:t>Pre-meeting</a:t>
            </a:r>
            <a:r>
              <a:rPr/>
              <a:t>: Import Jira context</a:t>
            </a:r>
          </a:p>
          <a:p>
            <a:pPr lvl="0" indent="-342900" marL="342900">
              <a:buAutoNum type="arabicPeriod"/>
            </a:pPr>
            <a:r>
              <a:rPr b="1"/>
              <a:t>During</a:t>
            </a:r>
            <a:r>
              <a:rPr/>
              <a:t>: Human discussion (auto-transcribed)</a:t>
            </a:r>
          </a:p>
          <a:p>
            <a:pPr lvl="0" indent="-342900" marL="342900">
              <a:buAutoNum type="arabicPeriod"/>
            </a:pPr>
            <a:r>
              <a:rPr b="1"/>
              <a:t>Post-meeting</a:t>
            </a:r>
            <a:r>
              <a:rPr/>
              <a:t>: AI-human dialogue on transcript</a:t>
            </a:r>
          </a:p>
          <a:p>
            <a:pPr lvl="0" indent="-342900" marL="342900">
              <a:buAutoNum type="arabicPeriod"/>
            </a:pPr>
            <a:r>
              <a:rPr b="1"/>
              <a:t>Discovery</a:t>
            </a:r>
            <a:r>
              <a:rPr/>
              <a:t>: Systematic search across platforms</a:t>
            </a:r>
          </a:p>
          <a:p>
            <a:pPr lvl="0" indent="-342900" marL="342900">
              <a:buAutoNum type="arabicPeriod"/>
            </a:pPr>
            <a:r>
              <a:rPr b="1"/>
              <a:t>Document</a:t>
            </a:r>
            <a:r>
              <a:rPr/>
              <a:t>: Chronological markdown entries</a:t>
            </a:r>
          </a:p>
          <a:p>
            <a:pPr lvl="0" indent="-342900" marL="342900">
              <a:buAutoNum type="arabicPeriod"/>
            </a:pPr>
            <a:r>
              <a:rPr b="1"/>
              <a:t>Share</a:t>
            </a:r>
            <a:r>
              <a:rPr/>
              <a:t>: Export to Google Docs for org feedback</a:t>
            </a:r>
          </a:p>
          <a:p>
            <a:pPr lvl="0" indent="-342900" marL="342900">
              <a:buAutoNum type="arabicPeriod"/>
            </a:pPr>
            <a:r>
              <a:rPr b="1"/>
              <a:t>Persist</a:t>
            </a:r>
            <a:r>
              <a:rPr/>
              <a:t>: Archive conversations to git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6: The Technology Stack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Zero-Installation Tools via uvx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jirahhh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Jira integration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gcmd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Drive export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slacker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Slack search &amp; reminders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claude-projects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Conversation archival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Git repo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 control &amp; collaboration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entries/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Chronological: </a:t>
                      </a:r>
                      <a:r>
                        <a:rPr>
                          <a:latin typeface="Courier"/>
                        </a:rPr>
                        <a:t>YYYY/MM/DD/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Markdown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Universal memory format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The Magic - Information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Systematic Search Reveals</a:t>
            </a:r>
          </a:p>
          <a:p>
            <a:pPr lvl="0"/>
            <a:r>
              <a:rPr/>
              <a:t>Related issues nobody remembered</a:t>
            </a:r>
          </a:p>
          <a:p>
            <a:pPr lvl="0"/>
            <a:r>
              <a:rPr/>
              <a:t>Previous decisions that inform current ones</a:t>
            </a:r>
          </a:p>
          <a:p>
            <a:pPr lvl="0"/>
            <a:r>
              <a:rPr/>
              <a:t>Technical discussions buried in Slack</a:t>
            </a:r>
          </a:p>
          <a:p>
            <a:pPr lvl="0"/>
            <a:r>
              <a:rPr/>
              <a:t>Architectural diagrams and visual context</a:t>
            </a:r>
          </a:p>
          <a:p>
            <a:pPr lvl="0" indent="0" marL="0">
              <a:buNone/>
            </a:pPr>
            <a:r>
              <a:rPr i="1"/>
              <a:t>“Slack search is incredibly good - it finds relevant conversations I’d completely forgotten”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8: Real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Project That Changed Everything</a:t>
            </a:r>
          </a:p>
          <a:p>
            <a:pPr lvl="0" indent="0" marL="0">
              <a:buNone/>
            </a:pPr>
            <a:r>
              <a:rPr/>
              <a:t>After multiple cycles of the framework: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Original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Emergent Solution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 implementation 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Less work required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Superior 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for users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Easier to use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Systematic collaboration produced what neither could alone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Compound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Breakthrough Solutions Emerge</a:t>
            </a:r>
          </a:p>
          <a:p>
            <a:pPr lvl="0" indent="0">
              <a:buNone/>
            </a:pPr>
            <a:r>
              <a:rPr>
                <a:latin typeface="Courier"/>
              </a:rPr>
              <a:t>Cycle 1: Initial understanding
    ↓
Cycle 2: + AI synthesis + Slack discoveries
    ↓
Cycle 3: + Visual analysis + Pattern recognition
    ↓
Cycle 4: + Organizational feedback
    ↓
Emergent Solution: Better than any original proposal</a:t>
            </a:r>
          </a:p>
          <a:p>
            <a:pPr lvl="0" indent="0" marL="0">
              <a:buNone/>
            </a:pPr>
            <a:r>
              <a:rPr i="1"/>
              <a:t>Each cycle builds on previous understanding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Week 1:</a:t>
            </a:r>
            <a:r>
              <a:rPr/>
              <a:t> Setup skills (Jira, Google Drive, Slack) </a:t>
            </a:r>
            <a:r>
              <a:rPr b="1"/>
              <a:t>Week 2:</a:t>
            </a:r>
            <a:r>
              <a:rPr/>
              <a:t> Try on a real issue </a:t>
            </a:r>
            <a:r>
              <a:rPr b="1"/>
              <a:t>Week 3+:</a:t>
            </a:r>
            <a:r>
              <a:rPr/>
              <a:t> Scale to team, iterate</a:t>
            </a:r>
          </a:p>
          <a:p>
            <a:pPr lvl="0" indent="0" marL="0">
              <a:buNone/>
            </a:pPr>
            <a:r>
              <a:rPr b="1"/>
              <a:t>Key Practices:</a:t>
            </a:r>
            <a:r>
              <a:rPr/>
              <a:t> - Don’t just summarize - dialogue with AI - Probe understanding, correct errors - Never skip the systematic search phase - Fork the repo, clear examples, start fresh</a:t>
            </a:r>
          </a:p>
          <a:p>
            <a:pPr lvl="0" indent="0" marL="0">
              <a:buNone/>
            </a:pPr>
            <a:r>
              <a:rPr i="1"/>
              <a:t>github.com/[your-org]/shared-understanding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The 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Writing Things Down Isn’t Just Good Practice</a:t>
            </a:r>
          </a:p>
          <a:p>
            <a:pPr lvl="0" indent="0" marL="0">
              <a:buNone/>
            </a:pPr>
            <a:r>
              <a:rPr i="1"/>
              <a:t>It’s cognitive enhancement for both human and artificial intelligence</a:t>
            </a:r>
          </a:p>
          <a:p>
            <a:pPr lvl="0" indent="0" marL="0">
              <a:buNone/>
            </a:pPr>
            <a:r>
              <a:rPr/>
              <a:t>The framework works because it solves fundamental computational problems: - Memory limitations - Temporal confusion</a:t>
            </a:r>
            <a:br/>
            <a:r>
              <a:rPr/>
              <a:t>- Pattern recognition bias</a:t>
            </a:r>
          </a:p>
          <a:p>
            <a:pPr lvl="0" indent="0" marL="0">
              <a:buNone/>
            </a:pPr>
            <a:r>
              <a:rPr b="1"/>
              <a:t>When you design systems that address these limitations, breakthrough solutions emerge naturally.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Resources:</a:t>
            </a:r>
            <a:r>
              <a:rPr/>
              <a:t> - shared-understanding repository (open source) - claude-projects for conversation archival - Fork it like code, collaborate on understanding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Ben Thomasson</a:t>
            </a:r>
          </a:p>
          <a:p>
            <a:pPr lvl="0" indent="0" marL="0">
              <a:buNone/>
            </a:pPr>
            <a:r>
              <a:rPr i="1"/>
              <a:t>“The best solutions emerge when humans and AI think together systematically”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2026-02-03T14:53:54Z</dcterms:created>
  <dcterms:modified xsi:type="dcterms:W3CDTF">2026-02-03T14:53:54Z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